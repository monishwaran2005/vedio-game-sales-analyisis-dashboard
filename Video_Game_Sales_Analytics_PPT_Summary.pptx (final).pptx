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00EBD7"/>
                </a:solidFill>
                <a:latin typeface="Aptos"/>
              </a:rPr>
              <a:t>VIDEO GAME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83080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400" b="1">
                <a:solidFill>
                  <a:srgbClr val="F5F3F8"/>
                </a:solidFill>
                <a:latin typeface="Aptos"/>
              </a:rPr>
              <a:t>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515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0">
                <a:solidFill>
                  <a:srgbClr val="BEB8CA"/>
                </a:solidFill>
                <a:latin typeface="Aptos"/>
              </a:rPr>
              <a:t>Global Sales Trends by Platform, Genre &amp; Publisher (1980–2020)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698480" cy="132588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315968"/>
            <a:ext cx="8961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BEB8CA"/>
                </a:solidFill>
                <a:latin typeface="Aptos"/>
              </a:rPr>
              <a:t>Interactive Power BI dashboard + presentation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5486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BEB8CA"/>
                </a:solidFill>
                <a:latin typeface="Aptos"/>
              </a:rPr>
              <a:t>Prepared for business stakeholders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00EBD7"/>
                </a:solidFill>
                <a:latin typeface="Aptos"/>
              </a:rPr>
              <a:t>1. Objective &amp;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97280"/>
            <a:ext cx="5349240" cy="498348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4572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F5F3F8"/>
                </a:solidFill>
                <a:latin typeface="Aptos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Analyze global video game sales across regions.</a:t>
            </a:r>
          </a:p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Compare performance by platform, genre and publisher.</a:t>
            </a:r>
          </a:p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Identify yearly trends and peak sales periods.</a:t>
            </a:r>
          </a:p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Provide interactive insights for business stakeholders.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49240" cy="498348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417320"/>
            <a:ext cx="45720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F5F3F8"/>
                </a:solidFill>
                <a:latin typeface="Aptos"/>
              </a:rPr>
              <a:t>Dataset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16,598 game titles in the dataset.</a:t>
            </a:r>
          </a:p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8,920.44 million total global sales.</a:t>
            </a:r>
          </a:p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Regional measures: North America, Europe, Japan and Other.</a:t>
            </a:r>
          </a:p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Key dimensions: Year, Platform, Genre and Publisher.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088" y="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00EBD7"/>
                </a:solidFill>
                <a:latin typeface="Aptos"/>
              </a:rPr>
              <a:t>2. Interactive Dashboard</a:t>
            </a:r>
          </a:p>
        </p:txBody>
      </p:sp>
      <p:pic>
        <p:nvPicPr>
          <p:cNvPr id="3" name="Picture 2" descr="Video Game Sales Analytics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8686"/>
            <a:ext cx="12167911" cy="61696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00EBD7"/>
                </a:solidFill>
                <a:latin typeface="Aptos"/>
              </a:rPr>
              <a:t>3. Key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2514600" cy="155448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00EBD7"/>
                </a:solidFill>
                <a:latin typeface="Aptos"/>
              </a:rPr>
              <a:t>8.92K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56231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3F8"/>
                </a:solidFill>
                <a:latin typeface="Aptos"/>
              </a:rPr>
              <a:t>Total Global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EB8CA"/>
                </a:solidFill>
                <a:latin typeface="Aptos"/>
              </a:rPr>
              <a:t>8,920.44M in source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143000"/>
            <a:ext cx="2514600" cy="155448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41732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00EBD7"/>
                </a:solidFill>
                <a:latin typeface="Aptos"/>
              </a:rPr>
              <a:t>16.60K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56231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3F8"/>
                </a:solidFill>
                <a:latin typeface="Aptos"/>
              </a:rPr>
              <a:t>Titles Released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EB8CA"/>
                </a:solidFill>
                <a:latin typeface="Aptos"/>
              </a:rPr>
              <a:t>16,598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2514600" cy="155448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00EBD7"/>
                </a:solidFill>
                <a:latin typeface="Aptos"/>
              </a:rPr>
              <a:t>PS2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1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3F8"/>
                </a:solidFill>
                <a:latin typeface="Aptos"/>
              </a:rPr>
              <a:t>Top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EB8CA"/>
                </a:solidFill>
                <a:latin typeface="Aptos"/>
              </a:rPr>
              <a:t>1,255.64M 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143000"/>
            <a:ext cx="2514600" cy="155448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1417320"/>
            <a:ext cx="2240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00EBD7"/>
                </a:solidFill>
                <a:latin typeface="Aptos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56231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5F3F8"/>
                </a:solidFill>
                <a:latin typeface="Aptos"/>
              </a:rPr>
              <a:t>Top Genre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240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BEB8CA"/>
                </a:solidFill>
                <a:latin typeface="Aptos"/>
              </a:rPr>
              <a:t>1,751.18M sales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063240"/>
            <a:ext cx="11018520" cy="269748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337560"/>
            <a:ext cx="4114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F5F3F8"/>
                </a:solidFill>
                <a:latin typeface="Aptos"/>
              </a:rPr>
              <a:t>Business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94760"/>
            <a:ext cx="10149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3F8"/>
                </a:solidFill>
                <a:latin typeface="Aptos"/>
              </a:defRPr>
            </a:pPr>
            <a:r>
              <a:t>• PS2 is the strongest platform by cumulative global sales.</a:t>
            </a:r>
          </a:p>
          <a:p>
            <a:pPr>
              <a:spcAft>
                <a:spcPts val="1200"/>
              </a:spcAft>
              <a:defRPr sz="1700">
                <a:solidFill>
                  <a:srgbClr val="F5F3F8"/>
                </a:solidFill>
                <a:latin typeface="Aptos"/>
              </a:defRPr>
            </a:pPr>
            <a:r>
              <a:t>• Action is the leading genre by global sales.</a:t>
            </a:r>
          </a:p>
          <a:p>
            <a:pPr>
              <a:spcAft>
                <a:spcPts val="1200"/>
              </a:spcAft>
              <a:defRPr sz="1700">
                <a:solidFill>
                  <a:srgbClr val="F5F3F8"/>
                </a:solidFill>
                <a:latin typeface="Aptos"/>
              </a:defRPr>
            </a:pPr>
            <a:r>
              <a:t>• Sales reached their highest annual level around 2008 (678.90M).</a:t>
            </a:r>
          </a:p>
          <a:p>
            <a:pPr>
              <a:spcAft>
                <a:spcPts val="1200"/>
              </a:spcAft>
              <a:defRPr sz="1700">
                <a:solidFill>
                  <a:srgbClr val="F5F3F8"/>
                </a:solidFill>
                <a:latin typeface="Aptos"/>
              </a:defRPr>
            </a:pPr>
            <a:r>
              <a:t>• The dashboard makes it easy to compare market performance across time and categories.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00EBD7"/>
                </a:solidFill>
                <a:latin typeface="Aptos"/>
              </a:rPr>
              <a:t>4. Dashboard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5166360" cy="123444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07592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3F8"/>
                </a:solidFill>
                <a:latin typeface="Aptos"/>
              </a:rPr>
              <a:t>KPI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8426" y="1645137"/>
            <a:ext cx="4716534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BEB8CA"/>
                </a:solidFill>
                <a:latin typeface="Aptos"/>
              </a:rPr>
              <a:t>Quick summary of sales, titles, leading platform, leading genre and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43000"/>
            <a:ext cx="5166360" cy="123444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307592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3F8"/>
                </a:solidFill>
                <a:latin typeface="Aptos"/>
              </a:rPr>
              <a:t>Platform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18488"/>
            <a:ext cx="45720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EB8CA"/>
                </a:solidFill>
                <a:latin typeface="Aptos"/>
              </a:rPr>
              <a:t>Horizontal bar chart ranks platforms by global sales.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97480"/>
            <a:ext cx="5166360" cy="123444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862072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3F8"/>
                </a:solidFill>
                <a:latin typeface="Aptos"/>
              </a:rPr>
              <a:t>Genre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72968"/>
            <a:ext cx="45720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EB8CA"/>
                </a:solidFill>
                <a:latin typeface="Aptos"/>
              </a:rPr>
              <a:t>Donut chart shows how global sales are distributed across genres.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697480"/>
            <a:ext cx="5166360" cy="123444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2862072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3F8"/>
                </a:solidFill>
                <a:latin typeface="Aptos"/>
              </a:rPr>
              <a:t>Time-Series 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172968"/>
            <a:ext cx="45720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EB8CA"/>
                </a:solidFill>
                <a:latin typeface="Aptos"/>
              </a:rPr>
              <a:t>Line chart highlights changes in global sales over the years.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251960"/>
            <a:ext cx="5166360" cy="123444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416552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3F8"/>
                </a:solidFill>
                <a:latin typeface="Aptos"/>
              </a:rPr>
              <a:t>Regional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27448"/>
            <a:ext cx="45720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EB8CA"/>
                </a:solidFill>
                <a:latin typeface="Aptos"/>
              </a:rPr>
              <a:t>Compares NA, EU, JP and Other sales across years.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251960"/>
            <a:ext cx="5166360" cy="123444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416552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5F3F8"/>
                </a:solidFill>
                <a:latin typeface="Aptos"/>
              </a:rPr>
              <a:t>Slicers / 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727448"/>
            <a:ext cx="45720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BEB8CA"/>
                </a:solidFill>
                <a:latin typeface="Aptos"/>
              </a:rPr>
              <a:t>Year, platform, genre and publisher filters support interactive exploration.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1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00EBD7"/>
                </a:solidFill>
                <a:latin typeface="Aptos"/>
              </a:rPr>
              <a:t>5.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10607040" cy="3886200"/>
          </a:xfrm>
          <a:prstGeom prst="roundRect">
            <a:avLst/>
          </a:prstGeom>
          <a:solidFill>
            <a:srgbClr val="190F2A"/>
          </a:solidFill>
          <a:ln w="10160">
            <a:solidFill>
              <a:srgbClr val="695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91640"/>
            <a:ext cx="5486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5F3F8"/>
                </a:solidFill>
                <a:latin typeface="Aptos"/>
              </a:rPr>
              <a:t>What the dashboard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95097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A single view of global video game sales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Fast identification of high-performing platforms and genres.</a:t>
            </a:r>
          </a:p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Clear understanding of sales movement over time.</a:t>
            </a:r>
          </a:p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Interactive filters allow stakeholders to investigate specific segments.</a:t>
            </a:r>
          </a:p>
          <a:p>
            <a:pPr>
              <a:spcAft>
                <a:spcPts val="1200"/>
              </a:spcAft>
              <a:defRPr sz="1800">
                <a:solidFill>
                  <a:srgbClr val="F5F3F8"/>
                </a:solidFill>
                <a:latin typeface="Aptos"/>
              </a:defRPr>
            </a:pPr>
            <a:r>
              <a:t>• The design combines KPI cards, charts and slicers for concise decision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663440"/>
            <a:ext cx="9509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00EBD7"/>
                </a:solidFill>
                <a:latin typeface="Aptos"/>
              </a:rPr>
              <a:t>Overall takeaway: The dashboard converts raw sales data into an interactive business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3F8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359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pathuru jahnavi</dc:creator>
  <cp:keywords/>
  <dc:description>generated using python-pptx</dc:description>
  <cp:lastModifiedBy>pathuru jahnavi</cp:lastModifiedBy>
  <cp:revision>2</cp:revision>
  <dcterms:created xsi:type="dcterms:W3CDTF">2013-01-27T09:14:16Z</dcterms:created>
  <dcterms:modified xsi:type="dcterms:W3CDTF">2026-09-03T16:46:41Z</dcterms:modified>
  <cp:category/>
</cp:coreProperties>
</file>